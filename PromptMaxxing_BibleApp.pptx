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259"/>
          </a:solidFill>
          <a:ln w="12700">
            <a:solidFill>
              <a:srgbClr val="1A32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54864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2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 ✦  MOBILE DEVELOPMENT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9601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Scripture</a:t>
            </a:r>
            <a:endParaRPr lang="en-US" sz="68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i="1" dirty="0">
                <a:solidFill>
                  <a:srgbClr val="E8B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Light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"Read. Reflect. Grow. Anywhere."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274320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2918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PromptMaxxing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657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Codera, Neil Ryan B.   ·   Mariscal, Psych Edsheil G.   ·   Ponce, John Bryan   ·   Yap, David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48272" y="1097280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1069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48272" y="1920240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48272" y="2743200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0" y="2715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Bible Books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48272" y="3566160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Verse Reminder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960120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02920" cy="9601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Scripture &amp; Light?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960120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97280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can 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023360" cy="960120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86000"/>
            <a:ext cx="502920" cy="9601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774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3774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743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Search · Read · Settings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023360" cy="960120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286000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774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3774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2743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choices, architecture, data 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4023360" cy="960120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474720"/>
            <a:ext cx="502920" cy="9601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661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566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3931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roadmap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4023360" cy="960120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474720"/>
            <a:ext cx="50292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661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3566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3931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closing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3259"/>
          </a:solidFill>
          <a:ln w="12700">
            <a:solidFill>
              <a:srgbClr val="1A32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9144000" cy="6400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1A32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Overview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Scripture &amp; Light?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65760"/>
            <a:ext cx="1188720" cy="1188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Bible App  ·  Java  ·  Android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Scripture &amp; Light?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7548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Android Bible reading application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0992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73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Java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677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7 books: Genesis, Psalms, Proverbs, John, Matthew, Acts, Romans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9864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62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 · Works fully offline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9300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564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verse notification every morning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087368"/>
            <a:ext cx="146304" cy="146304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50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verse reminder notification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777240"/>
            <a:ext cx="3017520" cy="402336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777240"/>
            <a:ext cx="3017520" cy="6400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05840"/>
            <a:ext cx="1005840" cy="10058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852160" y="21945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"Read. Reflect.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Grow. Anywhere."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537960" y="3383280"/>
            <a:ext cx="146304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3547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&amp; Light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85216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PromptMaxxing · 2025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App Can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22960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Reading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books — Genesis, Psalms, Proverbs, John, Matthew, Acts, Romans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9728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344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Multi-Book Library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9184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curated books available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09728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09728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Verse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26480" y="1783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reminders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" y="283464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283464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718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2971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3520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all 7 featured books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00400" y="283464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283464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97180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0" y="2971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291840" y="3520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font size &amp; preferences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035040" y="2834640"/>
            <a:ext cx="2606040" cy="1508760"/>
          </a:xfrm>
          <a:prstGeom prst="rect">
            <a:avLst/>
          </a:prstGeom>
          <a:solidFill>
            <a:srgbClr val="1A3259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35040" y="2834640"/>
            <a:ext cx="260604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7180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75120" y="2971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Private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126480" y="3520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· No data collected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Screens, One Purpose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1554480"/>
          </a:xfrm>
          <a:prstGeom prst="rect">
            <a:avLst/>
          </a:prstGeom>
          <a:solidFill>
            <a:srgbClr val="F0EAD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45720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234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ACT_HOME  —  Home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1645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verse card, quick access to 7 featured books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4023360" cy="1554480"/>
          </a:xfrm>
          <a:prstGeom prst="rect">
            <a:avLst/>
          </a:prstGeom>
          <a:solidFill>
            <a:srgbClr val="F0EAD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97280"/>
            <a:ext cx="45720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0020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234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ACT_SEARCH  —  Search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212080" y="1645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across all 7 books with instant results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2880360"/>
            <a:ext cx="4023360" cy="1554480"/>
          </a:xfrm>
          <a:prstGeom prst="rect">
            <a:avLst/>
          </a:prstGeom>
          <a:solidFill>
            <a:srgbClr val="F0EAD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880360"/>
            <a:ext cx="45720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ACT_READ  —  Read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1440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reader with verse-by-verse navigation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2880360"/>
            <a:ext cx="4023360" cy="1554480"/>
          </a:xfrm>
          <a:prstGeom prst="rect">
            <a:avLst/>
          </a:prstGeom>
          <a:solidFill>
            <a:srgbClr val="F0EAD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2880360"/>
            <a:ext cx="457200" cy="1554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38328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12080" y="3017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ACT_SETTINGS  —  Settings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21208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(Light/Dark/Sepia), font size, notification preferences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Wireframes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Hand-drawn wireframes created before any code was written — one per Activity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114800" cy="1737360"/>
          </a:xfrm>
          <a:prstGeom prst="rect">
            <a:avLst/>
          </a:prstGeom>
          <a:solidFill>
            <a:srgbClr val="F8F4E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54864" cy="17373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9" name="Image 0" descr="/mnt/user-data/uploads/ACT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481328"/>
            <a:ext cx="1280160" cy="1508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0" y="1508760"/>
            <a:ext cx="150876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0" y="1508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ACT_HOME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828800" y="18836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of the Day + Library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82880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US_03 · SCRIPTURE_01 · BOOK_SELECT_01 · NAV_BAR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09160" y="1371600"/>
            <a:ext cx="4114800" cy="1737360"/>
          </a:xfrm>
          <a:prstGeom prst="rect">
            <a:avLst/>
          </a:prstGeom>
          <a:solidFill>
            <a:srgbClr val="F8F4E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371600"/>
            <a:ext cx="54864" cy="17373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16" name="Image 1" descr="/mnt/user-data/uploads/act_searc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18888" y="1481328"/>
            <a:ext cx="1280160" cy="15087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17920" y="1508760"/>
            <a:ext cx="150876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0" y="1508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ACT_SEARCH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217920" y="18836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+ Book results list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21792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US_04 · SEARCH_1 · CLEAR_BTN · BOOK_ROW · EMPTY_STATE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0040" y="3246120"/>
            <a:ext cx="4114800" cy="1737360"/>
          </a:xfrm>
          <a:prstGeom prst="rect">
            <a:avLst/>
          </a:prstGeom>
          <a:solidFill>
            <a:srgbClr val="F8F4E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3246120"/>
            <a:ext cx="54864" cy="17373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3" name="Image 2" descr="/mnt/user-data/uploads/ACT_REA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9768" y="3355848"/>
            <a:ext cx="1280160" cy="15087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828800" y="3383280"/>
            <a:ext cx="150876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828800" y="3383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ACT_READ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828800" y="3758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reader + Verse rows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828800" y="4206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US_01 · US_02 · BACKBTN_1 · BOOKLABEL_1 · VERSE_1–3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709160" y="3246120"/>
            <a:ext cx="4114800" cy="1737360"/>
          </a:xfrm>
          <a:prstGeom prst="rect">
            <a:avLst/>
          </a:prstGeom>
          <a:solidFill>
            <a:srgbClr val="F8F4E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09160" y="3246120"/>
            <a:ext cx="54864" cy="17373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30" name="Image 3" descr="/mnt/user-data/uploads/ACT_SETTING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18888" y="3355848"/>
            <a:ext cx="1280160" cy="150876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217920" y="3383280"/>
            <a:ext cx="1508760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217920" y="3383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ACT_SETTINGS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6217920" y="37581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size &amp; Daily Verse Reminder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217920" y="4206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US_05 · TEXTSIZE_1–2 · REMINDER_1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697480" cy="713232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2529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4672" y="1380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54680" y="1051560"/>
            <a:ext cx="2697480" cy="713232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22529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685032" y="1380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(Android SDK)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051560"/>
            <a:ext cx="2697480" cy="713232"/>
          </a:xfrm>
          <a:prstGeom prst="rect">
            <a:avLst/>
          </a:prstGeom>
          <a:solidFill>
            <a:srgbClr val="EEF5EC"/>
          </a:solidFill>
          <a:ln w="12700">
            <a:solidFill>
              <a:srgbClr val="B8D8B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22529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65392" y="11155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65392" y="13807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74320" y="1965960"/>
            <a:ext cx="2697480" cy="713232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13969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4672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04672" y="22951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Compose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154680" y="1965960"/>
            <a:ext cx="2697480" cy="713232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2139696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85032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Data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3685032" y="22951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Books: Genesis–Romans (local)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035040" y="1965960"/>
            <a:ext cx="2697480" cy="713232"/>
          </a:xfrm>
          <a:prstGeom prst="rect">
            <a:avLst/>
          </a:prstGeom>
          <a:solidFill>
            <a:srgbClr val="EEF5EC"/>
          </a:solidFill>
          <a:ln w="12700">
            <a:solidFill>
              <a:srgbClr val="B8D8B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2139696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65392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Books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6565392" y="22951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Genesis, Psalms, Proverbs, John, Matthew, Acts, Romans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274320" y="2880360"/>
            <a:ext cx="2697480" cy="713232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054096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04672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804672" y="32095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 + AlarmManager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3154680" y="2880360"/>
            <a:ext cx="2697480" cy="713232"/>
          </a:xfrm>
          <a:prstGeom prst="rect">
            <a:avLst/>
          </a:prstGeom>
          <a:solidFill>
            <a:srgbClr val="EAF0FA"/>
          </a:solidFill>
          <a:ln w="12700">
            <a:solidFill>
              <a:srgbClr val="C0CDE0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4408" y="3054096"/>
            <a:ext cx="320040" cy="32004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685032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Android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3685032" y="32095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21  (Android 5.0+)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6035040" y="2880360"/>
            <a:ext cx="2697480" cy="713232"/>
          </a:xfrm>
          <a:prstGeom prst="rect">
            <a:avLst/>
          </a:prstGeom>
          <a:solidFill>
            <a:srgbClr val="EEF5EC"/>
          </a:solidFill>
          <a:ln w="12700">
            <a:solidFill>
              <a:srgbClr val="B8D8B0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768" y="3054096"/>
            <a:ext cx="320040" cy="32004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565392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Device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565392" y="32095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Phone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Design Decisions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25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Scheme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15361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/ Gold primary · Warm neutral backgrounds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9728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325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349240" y="15361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 type scale — clean and accessible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233172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233172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5603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2441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Support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60120" y="27706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| Dark | Sepia — user controlled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233172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54880" y="233172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5603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2441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Control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349240" y="27706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| M | L | XL — adjustable in Settings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65760" y="356616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65760" y="356616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79476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0120" y="3675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Library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960120" y="400507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curated books — Genesis, Psalms, Proverbs, John, Matthew, Acts, Romans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754880" y="3566160"/>
            <a:ext cx="402336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79476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49240" y="3675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349240" y="400507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 — 4 tabs always visible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 &amp; Data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Routes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023360" cy="475488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54864" cy="47548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ACT_HOME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5176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039112"/>
            <a:ext cx="4023360" cy="475488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39112"/>
            <a:ext cx="54864" cy="47548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57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ACT_SEARCH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5176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/search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60904"/>
            <a:ext cx="4023360" cy="475488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60904"/>
            <a:ext cx="54864" cy="47548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79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ACT_READ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2679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/read/{bookId}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282696"/>
            <a:ext cx="4023360" cy="475488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82696"/>
            <a:ext cx="54864" cy="47548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009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ACT_READ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51760" y="3300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/read/{bookId}/{chapter}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904488"/>
            <a:ext cx="4023360" cy="475488"/>
          </a:xfrm>
          <a:prstGeom prst="rect">
            <a:avLst/>
          </a:prstGeom>
          <a:solidFill>
            <a:srgbClr val="F0EAD6"/>
          </a:solidFill>
          <a:ln w="12700">
            <a:solidFill>
              <a:srgbClr val="DDD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04488"/>
            <a:ext cx="54864" cy="47548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22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ACT_SETTINGS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51760" y="3922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/settings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417320"/>
            <a:ext cx="3931920" cy="4572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4173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85232" y="1463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verse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1874520"/>
            <a:ext cx="54864" cy="20116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075688"/>
            <a:ext cx="3931920" cy="457200"/>
          </a:xfrm>
          <a:prstGeom prst="rect">
            <a:avLst/>
          </a:prstGeom>
          <a:solidFill>
            <a:srgbClr val="1A3259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07568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85232" y="21214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SearchActivity.kt  (UI Layer)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2532888"/>
            <a:ext cx="54864" cy="20116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734056"/>
            <a:ext cx="3931920" cy="4572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73405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85232" y="27797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ReadActivity.kt  (handles state)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83480" y="3191256"/>
            <a:ext cx="54864" cy="20116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392424"/>
            <a:ext cx="3931920" cy="457200"/>
          </a:xfrm>
          <a:prstGeom prst="rect">
            <a:avLst/>
          </a:prstGeom>
          <a:solidFill>
            <a:srgbClr val="1A3259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39242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85232" y="34381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BibleRepository.kt  (data ops)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83480" y="3849624"/>
            <a:ext cx="54864" cy="201168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4050792"/>
            <a:ext cx="3931920" cy="4572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0507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85232" y="40965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 (local persistence)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— What's Not Yet Done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8412480" cy="105156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73152" cy="10515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Partial Bible Coverage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books included: Genesis, Psalms, Proverbs, John, Matthew, Acts &amp; Romans.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280160"/>
            <a:ext cx="3291840" cy="640080"/>
          </a:xfrm>
          <a:prstGeom prst="rect">
            <a:avLst/>
          </a:prstGeom>
          <a:solidFill>
            <a:srgbClr val="0D1E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 Bible text can be loaded into BibleData.kt in future iterations.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8412480" cy="105156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50008"/>
            <a:ext cx="73152" cy="10515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41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Single Translation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7340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supports translation switching but only one translation dataset is loaded.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532888"/>
            <a:ext cx="3291840" cy="640080"/>
          </a:xfrm>
          <a:prstGeom prst="rect">
            <a:avLst/>
          </a:prstGeom>
          <a:solidFill>
            <a:srgbClr val="0D1E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2624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KJV/NIV/ESV data files can be added per book without architectural changes.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02736"/>
            <a:ext cx="8412480" cy="1051560"/>
          </a:xfrm>
          <a:prstGeom prst="rect">
            <a:avLst/>
          </a:prstGeom>
          <a:solidFill>
            <a:srgbClr val="1A3259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02736"/>
            <a:ext cx="73152" cy="105156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941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Android Only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9867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iOS support currently; the app is native Android with Java.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3785616"/>
            <a:ext cx="3291840" cy="640080"/>
          </a:xfrm>
          <a:prstGeom prst="rect">
            <a:avLst/>
          </a:prstGeom>
          <a:solidFill>
            <a:srgbClr val="0D1E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38770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Future: Flutter or React Native for cross-platform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— Future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5331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80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66 Bible books to complete the Scripture coverage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35331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173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280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 translation data — NIV, ESV, NLT alongside KJV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28600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" y="254203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060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468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library to all 66 Bible books for complete coverage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09160" y="228600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0" y="254203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60604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94960" y="2468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reading plan with progress tracking and streaks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65760" y="347472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02920" y="373075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94760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3657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cloud sync for bookmarks and personal notes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709160" y="3474720"/>
            <a:ext cx="4023360" cy="960120"/>
          </a:xfrm>
          <a:prstGeom prst="rect">
            <a:avLst/>
          </a:prstGeom>
          <a:solidFill>
            <a:srgbClr val="F5EDD8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846320" y="3730752"/>
            <a:ext cx="438912" cy="438912"/>
          </a:xfrm>
          <a:prstGeom prst="oval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794760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94960" y="3657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support via Flutter or React Native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64592"/>
            <a:ext cx="2926080" cy="4809744"/>
          </a:xfrm>
          <a:prstGeom prst="rect">
            <a:avLst/>
          </a:prstGeom>
          <a:solidFill>
            <a:srgbClr val="1A3259"/>
          </a:solidFill>
          <a:ln w="12700">
            <a:solidFill>
              <a:srgbClr val="1A32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64592"/>
            <a:ext cx="54864" cy="480974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Scripture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Light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20040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78608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420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Java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535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Personal Use · Fully Offline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649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7 Bible books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13048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764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verse push notifications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224528"/>
            <a:ext cx="109728" cy="109728"/>
          </a:xfrm>
          <a:prstGeom prst="oval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879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verse push notifications</a:t>
            </a:r>
            <a:endParaRPr lang="en-US" sz="12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640080"/>
            <a:ext cx="1234440" cy="12344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09360" y="21031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"Read. Reflect.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Grow. Anywhere."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903720" y="3291840"/>
            <a:ext cx="1554480" cy="54864"/>
          </a:xfrm>
          <a:prstGeom prst="rect">
            <a:avLst/>
          </a:prstGeom>
          <a:solidFill>
            <a:srgbClr val="C9933A"/>
          </a:solidFill>
          <a:ln w="12700">
            <a:solidFill>
              <a:srgbClr val="C993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4290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PromptMaxxing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09360" y="37947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Codera · Mariscal · Ponce · Yap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09360" y="41148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Development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PromptMaxxing Bible App</dc:title>
  <dc:subject>PptxGenJS Presentation</dc:subject>
  <dc:creator>PptxGenJS</dc:creator>
  <cp:lastModifiedBy>PptxGenJS</cp:lastModifiedBy>
  <cp:revision>1</cp:revision>
  <dcterms:created xsi:type="dcterms:W3CDTF">2026-05-31T15:48:23Z</dcterms:created>
  <dcterms:modified xsi:type="dcterms:W3CDTF">2026-05-31T15:48:23Z</dcterms:modified>
</cp:coreProperties>
</file>